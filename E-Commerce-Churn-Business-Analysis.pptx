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churn influence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B7B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Low Tenure</c:v>
                  </c:pt>
                  <c:pt idx="1">
                    <c:v>Complaint</c:v>
                  </c:pt>
                  <c:pt idx="2">
                    <c:v>Low Recency</c:v>
                  </c:pt>
                  <c:pt idx="3">
                    <c:v>Low Cashback</c:v>
                  </c:pt>
                  <c:pt idx="4">
                    <c:v>Mobile Category</c:v>
                  </c:pt>
                  <c:pt idx="5">
                    <c:v>Single Order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78</c:v>
                </c:pt>
                <c:pt idx="2">
                  <c:v>62</c:v>
                </c:pt>
                <c:pt idx="3">
                  <c:v>55</c:v>
                </c:pt>
                <c:pt idx="4">
                  <c:v>48</c:v>
                </c:pt>
                <c:pt idx="5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6B7B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</c:v>
                </c:pt>
                <c:pt idx="1">
                  <c:v>0.96</c:v>
                </c:pt>
                <c:pt idx="2">
                  <c:v>0.97</c:v>
                </c:pt>
                <c:pt idx="3">
                  <c:v>0.97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D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4114800" cy="41148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 ·  E-COMMERCE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Customer Churn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analysis, predictive modeling, and a quantified retention strategy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16.8%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churn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4114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≤11%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churn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4114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ROC-AUC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0" y="4114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$490K+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96112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protected / yr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12-Phase Business Analyst Project  |  Python · SQL ·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BUSINESS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Silent Revenue Leakage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D31"/>
                </a:solidFill>
              </a:rPr>
              <a:t>1 in 6 customers churns every year</a:t>
            </a:r>
            <a:endParaRPr lang="en-US" sz="18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6B7B80"/>
                </a:solidFill>
              </a:rPr>
              <a:t>Retention today is reactive, untargeted, and applied uniformly — we only learn a customer is unhappy when they complain, and only learn they left after they're gone.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7B80"/>
                </a:solidFill>
              </a:rPr>
              <a:t>Acquiring a new customer costs 5–7× more than keeping one — so every avoidable exit compounds into lost CLV and wasted acquisition spend.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75488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business lacks visibility into the root causes of churn and a way to proactively identify at-risk customers — causing avoidable revenue loss, inefficient spend, and declining lifetime value.”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155448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95160" y="1847088"/>
            <a:ext cx="685800" cy="685800"/>
          </a:xfrm>
          <a:prstGeom prst="ellipse">
            <a:avLst/>
          </a:prstGeom>
          <a:solidFill>
            <a:srgbClr val="E45756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828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5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955280" y="15544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66560" y="306324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95160" y="3355848"/>
            <a:ext cx="685800" cy="68580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333756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5–7×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955280" y="30632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replace vs. retain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0" y="457200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4864608"/>
            <a:ext cx="685800" cy="6858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484632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~28%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955280" y="45720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have complained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KPIS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KPIs Steer the Initiative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292608" cy="292608"/>
          </a:xfrm>
          <a:prstGeom prst="ellipse">
            <a:avLst/>
          </a:prstGeom>
          <a:solidFill>
            <a:srgbClr val="E4575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856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16.8%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→ ≤ 11%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92808"/>
            <a:ext cx="292608" cy="292608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856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→ ≥ 89%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89280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823960" y="1856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+15%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41648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+10%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0416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(proxy)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17720" y="5166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+8%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04164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8823960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412480" y="5166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→ ≤ 18%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STAKEHOLDER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Aligning Six Stakeholder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764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2219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churn→revenue→ROI line of sight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842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764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Mgr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78040" y="22219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at-risk list &amp; campaign ROI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49300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273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Mgr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7307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CLV, AOV &amp; repeat-purchase 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1089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49300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3273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Mgr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78040" y="37307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Complaint→churn visibility &amp; fast resolution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00176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47823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Mgr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52395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/ distance impact on churn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61772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50017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47823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78040" y="52395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delivery, fair offers, quick fixes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Customers Leave — Root Causes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00200"/>
            <a:ext cx="4389120" cy="1024128"/>
          </a:xfrm>
          <a:prstGeom prst="roundRect">
            <a:avLst>
              <a:gd name="adj" fmla="val 5357"/>
            </a:avLst>
          </a:prstGeom>
          <a:solidFill>
            <a:srgbClr val="F4F8F8"/>
          </a:solidFill>
          <a:ln/>
        </p:spPr>
      </p:sp>
      <p:sp>
        <p:nvSpPr>
          <p:cNvPr id="6" name="Text 3"/>
          <p:cNvSpPr/>
          <p:nvPr/>
        </p:nvSpPr>
        <p:spPr>
          <a:xfrm>
            <a:off x="7406640" y="1709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is the #1 driver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06640" y="20756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churn most — the first 90 days decide loyalty.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23760" y="2761488"/>
            <a:ext cx="4389120" cy="1024128"/>
          </a:xfrm>
          <a:prstGeom prst="roundRect">
            <a:avLst>
              <a:gd name="adj" fmla="val 5357"/>
            </a:avLst>
          </a:prstGeom>
          <a:solidFill>
            <a:srgbClr val="F4F8F8"/>
          </a:solidFill>
          <a:ln/>
        </p:spPr>
      </p:sp>
      <p:sp>
        <p:nvSpPr>
          <p:cNvPr id="9" name="Text 6"/>
          <p:cNvSpPr/>
          <p:nvPr/>
        </p:nvSpPr>
        <p:spPr>
          <a:xfrm>
            <a:off x="7406640" y="2871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 ≈ 2× churn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06640" y="32369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actionable lever; resolution is slow &amp; uneven.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23760" y="3922776"/>
            <a:ext cx="4389120" cy="1024128"/>
          </a:xfrm>
          <a:prstGeom prst="roundRect">
            <a:avLst>
              <a:gd name="adj" fmla="val 5357"/>
            </a:avLst>
          </a:prstGeom>
          <a:solidFill>
            <a:srgbClr val="F4F8F8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4032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 is a leading signal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06640" y="43982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days-since-last-order predicts churn early.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23760" y="5084064"/>
            <a:ext cx="4389120" cy="1024128"/>
          </a:xfrm>
          <a:prstGeom prst="roundRect">
            <a:avLst>
              <a:gd name="adj" fmla="val 5357"/>
            </a:avLst>
          </a:prstGeom>
          <a:solidFill>
            <a:srgbClr val="F4F8F8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640" y="5193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Cashback retains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06640" y="55595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cashback correlates with lower churn.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· PREDICTIVE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Predictive Early-Warning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compared; gradient boosting wins. Every customer is scored 0–1 and risk-banded, with SHAP explaining each driver.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2011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6640" y="237744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/>
        </p:spPr>
      </p:sp>
      <p:sp>
        <p:nvSpPr>
          <p:cNvPr id="8" name="Text 5"/>
          <p:cNvSpPr/>
          <p:nvPr/>
        </p:nvSpPr>
        <p:spPr>
          <a:xfrm>
            <a:off x="7406640" y="2377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555480" y="237744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/>
        </p:spPr>
      </p:sp>
      <p:sp>
        <p:nvSpPr>
          <p:cNvPr id="10" name="Text 7"/>
          <p:cNvSpPr/>
          <p:nvPr/>
        </p:nvSpPr>
        <p:spPr>
          <a:xfrm>
            <a:off x="9555480" y="2377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246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555480" y="324612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/>
        </p:spPr>
      </p:sp>
      <p:sp>
        <p:nvSpPr>
          <p:cNvPr id="14" name="Text 11"/>
          <p:cNvSpPr/>
          <p:nvPr/>
        </p:nvSpPr>
        <p:spPr>
          <a:xfrm>
            <a:off x="9555480" y="3246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06640" y="411480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/>
        </p:spPr>
      </p:sp>
      <p:sp>
        <p:nvSpPr>
          <p:cNvPr id="16" name="Text 13"/>
          <p:cNvSpPr/>
          <p:nvPr/>
        </p:nvSpPr>
        <p:spPr>
          <a:xfrm>
            <a:off x="7406640" y="4114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555480" y="411480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/>
        </p:spPr>
      </p:sp>
      <p:sp>
        <p:nvSpPr>
          <p:cNvPr id="18" name="Text 15"/>
          <p:cNvSpPr/>
          <p:nvPr/>
        </p:nvSpPr>
        <p:spPr>
          <a:xfrm>
            <a:off x="9555480" y="4114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drivers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406640" y="516636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589520" y="5166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XGBoost / LightGBM
</a:t>
            </a:r>
            <a:pPr indent="0" marL="0">
              <a:buNone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≈ 0.97  ·  Recall ≥ 0.80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 ·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Retention Playbook (Do-First)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1810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Complaint-Resolution Overhaul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4231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service recovery for complaint + low-satisfaction customers — the biggest actionable lever.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45920" y="3182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60920" y="1810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Onboarding Program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4231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nurture for new/low-tenure customers; drive the 1→3 order habit.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60920" y="3182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Marketing / CX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4050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Early-Warning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6634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churn scoring + auto-flagging to intervene before customers leave.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645920" y="5422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Data / BI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79476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4069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60920" y="4050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Discounts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46634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only high-value, high-risk customers — save revenue without wasting margin.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60920" y="5422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Marketing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 · 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−5.8 pts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→ ≤11%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01568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38728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retained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$492K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91656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07424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28–285%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44584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ROI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(direct → incl. CLV)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490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cost ≈ $180K/yr</a:t>
            </a:r>
            <a:pPr indent="0" marL="0">
              <a:buNone/>
            </a:pPr>
            <a:r>
              <a:rPr lang="en-US" sz="15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Payback ≈ 9–10 months</a:t>
            </a:r>
            <a:pPr indent="0" marL="0">
              <a:buNone/>
            </a:pPr>
            <a:r>
              <a:rPr lang="en-US" sz="15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Break-even at ~27% play effectiveness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Conservative, transparent model on 5,630 customers. CLV uplift comes from extending average customer lifespan (1/churn) from ~5.9 to ~9.1 years (+53%).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Four-Quarter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25400">
            <a:solidFill>
              <a:srgbClr val="D6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45643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24688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700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prep, EDA, model build &amp; validation, KPI dashboards.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2468880" cy="822960"/>
          </a:xfrm>
          <a:prstGeom prst="roundRect">
            <a:avLst>
              <a:gd name="adj" fmla="val 7778"/>
            </a:avLst>
          </a:prstGeom>
          <a:solidFill>
            <a:srgbClr val="F4F8F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3456432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737360"/>
            <a:ext cx="24688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26700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early-warning; P1 plays — complaints, onboarding, targeted discounts.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4069080"/>
            <a:ext cx="2468880" cy="822960"/>
          </a:xfrm>
          <a:prstGeom prst="roundRect">
            <a:avLst>
              <a:gd name="adj" fmla="val 7778"/>
            </a:avLst>
          </a:prstGeom>
          <a:solidFill>
            <a:srgbClr val="F4F8F8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3456432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737360"/>
            <a:ext cx="24688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4652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26700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Loyalty, win-back &amp; VIP programs; measure campaign uplift.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069080"/>
            <a:ext cx="2468880" cy="822960"/>
          </a:xfrm>
          <a:prstGeom prst="roundRect">
            <a:avLst>
              <a:gd name="adj" fmla="val 7778"/>
            </a:avLst>
          </a:prstGeom>
          <a:solidFill>
            <a:srgbClr val="F4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921240" y="3456432"/>
            <a:ext cx="411480" cy="411480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0" y="1737360"/>
            <a:ext cx="24688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897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8972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89720" y="26700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plays; confirm churn ≤11%; deliver ROI report.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61120" y="4069080"/>
            <a:ext cx="2468880" cy="822960"/>
          </a:xfrm>
          <a:prstGeom prst="roundRect">
            <a:avLst>
              <a:gd name="adj" fmla="val 7778"/>
            </a:avLst>
          </a:prstGeom>
          <a:solidFill>
            <a:srgbClr val="F4F8F8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churn ≤11%  ·  retention ≥89%  ·  complaint rate ≤18%  ·  positive, monitored ROI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029200" cy="50292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828800"/>
            <a:ext cx="4572000" cy="45720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know who will churn, why, and what to do.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$180K/yr retention program and 4-quarter rollout to cut churn to ≤11% — protecting $490K+ in annual revenue at a projected 28–285% ROI.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remaining step is to act.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Project  ·  E-Commerce Customer Churn  ·  Python · SQL · Power 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Customer Churn — Business Analysis</dc:title>
  <dc:subject>PptxGenJS Presentation</dc:subject>
  <dc:creator>Business Analyst</dc:creator>
  <cp:lastModifiedBy>Business Analyst</cp:lastModifiedBy>
  <cp:revision>1</cp:revision>
  <dcterms:created xsi:type="dcterms:W3CDTF">2026-06-26T04:33:27Z</dcterms:created>
  <dcterms:modified xsi:type="dcterms:W3CDTF">2026-06-26T04:33:27Z</dcterms:modified>
</cp:coreProperties>
</file>